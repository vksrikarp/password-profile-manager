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Lato Black" panose="020F0502020204030203" pitchFamily="34" charset="0"/>
      <p:bold r:id="rId27"/>
      <p:boldItalic r:id="rId28"/>
    </p:embeddedFont>
    <p:embeddedFont>
      <p:font typeface="Libre Baskerville" panose="02000000000000000000" pitchFamily="2" charset="0"/>
      <p:regular r:id="rId29"/>
      <p:bold r:id="rId30"/>
      <p:italic r:id="rId31"/>
      <p:boldItalic r:id="rId32"/>
    </p:embeddedFont>
    <p:embeddedFont>
      <p:font typeface="Roboto Mono" panose="00000009000000000000" pitchFamily="49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cb966368b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3dcb966368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cb966368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cb966368b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dcb966368b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cb966368b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cb966368b_0_1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dcb966368b_0_1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cb966368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cb966368b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dcb966368b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cb966368b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cb966368b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dcb966368b_0_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cb966368b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cb966368b_0_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dcb966368b_0_1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cb966368b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cb966368b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dcb966368b_0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262f34a51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g3d262f34a5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cb966368b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3dcb966368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cb966368b_0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3dcb966368b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cb966368b_0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g3dcb966368b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cb966368b_0_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g3dcb966368b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cb966368b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3dcb966368b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cb966368b_0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3dcb966368b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cb966368b_0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g3dcb966368b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c764f4e92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dc764f4e9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c764f4e92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g3dc764f4e9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cb966368b_0_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dcb966368b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cb966368b_0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3dcb966368b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cb966368b_0_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g3dcb966368b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cb966368b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g3dcb966368b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41" name="Google Shape;2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venkata-srikar-potharaju-1746b2218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vksrikar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2472904" y="3717986"/>
            <a:ext cx="72462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2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Password and Profile Management </a:t>
            </a:r>
            <a:endParaRPr sz="2500" b="1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/>
        </p:nvSpPr>
        <p:spPr>
          <a:xfrm>
            <a:off x="686100" y="1135500"/>
            <a:ext cx="10460700" cy="56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am from B.Tech E.E.E, 2022 Pass Out.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joined Data Analysis course, as Future is going to revolve around Data.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There is going to be a lot of data generated and necessity to deal with it.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2.7 years experience in React Native as Associate Software Developer.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https://www.linkedin.com/in/venkata-srikar-potharaju-1746b2218/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https://github.com/vksrikarp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27656" y="416554"/>
            <a:ext cx="6099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Agenda 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IN" sz="2400" b="1"/>
              <a:t>Business problem</a:t>
            </a:r>
            <a:endParaRPr sz="2400" b="1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 b="1"/>
              <a:t>Introduction</a:t>
            </a:r>
            <a:endParaRPr sz="2400" b="1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 b="1"/>
              <a:t>Objective of the Project</a:t>
            </a:r>
            <a:endParaRPr sz="2400" b="1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 b="1"/>
              <a:t>Problem Statement</a:t>
            </a:r>
            <a:endParaRPr sz="2400" b="1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 b="1"/>
              <a:t>Concepts Used</a:t>
            </a:r>
            <a:endParaRPr sz="2400" b="1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 b="1"/>
              <a:t>Working of the System</a:t>
            </a:r>
            <a:endParaRPr sz="2400" b="1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 b="1"/>
              <a:t>Working Of Methods</a:t>
            </a:r>
            <a:endParaRPr sz="2400" b="1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 b="1"/>
              <a:t>Execution of Code</a:t>
            </a:r>
            <a:endParaRPr sz="2400" b="1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 b="1"/>
              <a:t>Conclusion </a:t>
            </a:r>
            <a:endParaRPr sz="2400" b="1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 b="1"/>
              <a:t>Q&amp;A Slide </a:t>
            </a:r>
            <a:endParaRPr sz="2400" b="1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b="1" u="sng">
                <a:solidFill>
                  <a:srgbClr val="FF0000"/>
                </a:solidFill>
              </a:rPr>
              <a:t>Business  problem:</a:t>
            </a:r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>
                <a:latin typeface="Arial"/>
                <a:ea typeface="Arial"/>
                <a:cs typeface="Arial"/>
                <a:sym typeface="Arial"/>
              </a:rPr>
              <a:t>Business Problem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In many small organizations and training institutes, user profile management is often done manually or with unstructured systems.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Problems include: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Duplicate user registration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Weak password usage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Poor password update practices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Incomplete user profile data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This creates inconsistency, security risks, and poor user experience.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u="sng">
                <a:solidFill>
                  <a:srgbClr val="FF0000"/>
                </a:solidFill>
              </a:rPr>
              <a:t>Problem Statement:</a:t>
            </a:r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400" b="1"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Traditional user data handling often lacks: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password security rules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centralized record control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This project solves that by creating a structured Python-based user management system with password and profile controls.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b="1" u="sng">
                <a:solidFill>
                  <a:srgbClr val="FF0000"/>
                </a:solidFill>
              </a:rPr>
              <a:t>Objectives: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Develop secure user registration system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Prevent duplicate usernames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Implement password strength validation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Enable OTP-based password change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Manage user profile fields dynamically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Apply OOP concepts in a practical project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u="sng">
                <a:solidFill>
                  <a:srgbClr val="FF0000"/>
                </a:solidFill>
              </a:rPr>
              <a:t>Concepts Used: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3547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Data Types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Conditional Statements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Loops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Functions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Dictionaries and List of Dictionaries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>
            <a:spLocks noGrp="1"/>
          </p:cNvSpPr>
          <p:nvPr>
            <p:ph type="body" idx="1"/>
          </p:nvPr>
        </p:nvSpPr>
        <p:spPr>
          <a:xfrm>
            <a:off x="6339425" y="1690825"/>
            <a:ext cx="53547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OOP Concepts: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○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Encapsulation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Inheritance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Abstraction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Class Method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b="1" u="sng">
                <a:solidFill>
                  <a:srgbClr val="FF0000"/>
                </a:solidFill>
              </a:rPr>
              <a:t>Introduction:	</a:t>
            </a: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200">
                <a:latin typeface="Arial"/>
                <a:ea typeface="Arial"/>
                <a:cs typeface="Arial"/>
                <a:sym typeface="Arial"/>
              </a:rPr>
              <a:t>This project provides a console-based Password and Profile Management System developed using Python.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200">
                <a:latin typeface="Arial"/>
                <a:ea typeface="Arial"/>
                <a:cs typeface="Arial"/>
                <a:sym typeface="Arial"/>
              </a:rPr>
              <a:t>It allows: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rial"/>
                <a:ea typeface="Arial"/>
                <a:cs typeface="Arial"/>
                <a:sym typeface="Arial"/>
              </a:rPr>
              <a:t>user registration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rial"/>
                <a:ea typeface="Arial"/>
                <a:cs typeface="Arial"/>
                <a:sym typeface="Arial"/>
              </a:rPr>
              <a:t>secure login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rial"/>
                <a:ea typeface="Arial"/>
                <a:cs typeface="Arial"/>
                <a:sym typeface="Arial"/>
              </a:rPr>
              <a:t>password validation and password change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200">
                <a:latin typeface="Arial"/>
                <a:ea typeface="Arial"/>
                <a:cs typeface="Arial"/>
                <a:sym typeface="Arial"/>
              </a:rPr>
              <a:t>profile update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200">
                <a:latin typeface="Arial"/>
                <a:ea typeface="Arial"/>
                <a:cs typeface="Arial"/>
                <a:sym typeface="Arial"/>
              </a:rPr>
              <a:t>The project is developed using Object-Oriented Programming principles for modularity and reusability.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b="1" u="sng">
                <a:solidFill>
                  <a:srgbClr val="FF0000"/>
                </a:solidFill>
              </a:rPr>
              <a:t>System Architecture: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User → Registration/Login → Password Manager → Profile Manager → Dataset Update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>
                <a:latin typeface="Arial"/>
                <a:ea typeface="Arial"/>
                <a:cs typeface="Arial"/>
                <a:sym typeface="Arial"/>
              </a:rPr>
              <a:t>Class Structure: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IN" sz="2000">
                <a:latin typeface="Arial"/>
                <a:ea typeface="Arial"/>
                <a:cs typeface="Arial"/>
                <a:sym typeface="Arial"/>
              </a:rPr>
            </a:br>
            <a:r>
              <a:rPr lang="en-IN" sz="2000">
                <a:latin typeface="Arial"/>
                <a:ea typeface="Arial"/>
                <a:cs typeface="Arial"/>
                <a:sym typeface="Arial"/>
              </a:rPr>
              <a:t>Innomatics</a:t>
            </a:r>
            <a:br>
              <a:rPr lang="en-IN" sz="2000">
                <a:latin typeface="Arial"/>
                <a:ea typeface="Arial"/>
                <a:cs typeface="Arial"/>
                <a:sym typeface="Arial"/>
              </a:rPr>
            </a:br>
            <a:r>
              <a:rPr lang="en-IN" sz="2000">
                <a:latin typeface="Arial"/>
                <a:ea typeface="Arial"/>
                <a:cs typeface="Arial"/>
                <a:sym typeface="Arial"/>
              </a:rPr>
              <a:t>↓</a:t>
            </a:r>
            <a:br>
              <a:rPr lang="en-IN" sz="2000">
                <a:latin typeface="Arial"/>
                <a:ea typeface="Arial"/>
                <a:cs typeface="Arial"/>
                <a:sym typeface="Arial"/>
              </a:rPr>
            </a:br>
            <a:r>
              <a:rPr lang="en-IN" sz="2000">
                <a:latin typeface="Arial"/>
                <a:ea typeface="Arial"/>
                <a:cs typeface="Arial"/>
                <a:sym typeface="Arial"/>
              </a:rPr>
              <a:t>Personal Account Manager</a:t>
            </a:r>
            <a:br>
              <a:rPr lang="en-IN" sz="2000">
                <a:latin typeface="Arial"/>
                <a:ea typeface="Arial"/>
                <a:cs typeface="Arial"/>
                <a:sym typeface="Arial"/>
              </a:rPr>
            </a:br>
            <a:r>
              <a:rPr lang="en-IN" sz="2000">
                <a:latin typeface="Arial"/>
                <a:ea typeface="Arial"/>
                <a:cs typeface="Arial"/>
                <a:sym typeface="Arial"/>
              </a:rPr>
              <a:t>↓</a:t>
            </a:r>
            <a:br>
              <a:rPr lang="en-IN" sz="2000">
                <a:latin typeface="Arial"/>
                <a:ea typeface="Arial"/>
                <a:cs typeface="Arial"/>
                <a:sym typeface="Arial"/>
              </a:rPr>
            </a:br>
            <a:r>
              <a:rPr lang="en-IN" sz="2000">
                <a:latin typeface="Arial"/>
                <a:ea typeface="Arial"/>
                <a:cs typeface="Arial"/>
                <a:sym typeface="Arial"/>
              </a:rPr>
              <a:t>Profile Management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Working of Program</a:t>
            </a:r>
            <a:endParaRPr sz="5600" b="1">
              <a:solidFill>
                <a:srgbClr val="FF0000"/>
              </a:solidFill>
            </a:endParaRPr>
          </a:p>
        </p:txBody>
      </p:sp>
      <p:sp>
        <p:nvSpPr>
          <p:cNvPr id="160" name="Google Shape;160;p22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User chooses operation from menu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Registration checks duplicate username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Default password generated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Login verifies credentials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Password can be changed using OTP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Profile fields updated one by one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Menu Flow Execution</a:t>
            </a:r>
            <a:endParaRPr sz="5600" b="1">
              <a:solidFill>
                <a:srgbClr val="FF0000"/>
              </a:solidFill>
            </a:endParaRPr>
          </a:p>
        </p:txBody>
      </p:sp>
      <p:sp>
        <p:nvSpPr>
          <p:cNvPr id="166" name="Google Shape;166;p23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Register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Login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Change Password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Edit Profile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Show Details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Logout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The system runs continuously in a while loop until logout.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Working of Methods</a:t>
            </a:r>
            <a:endParaRPr sz="5600" b="1">
              <a:solidFill>
                <a:srgbClr val="FF0000"/>
              </a:solidFill>
            </a:endParaRPr>
          </a:p>
        </p:txBody>
      </p:sp>
      <p:sp>
        <p:nvSpPr>
          <p:cNvPr id="172" name="Google Shape;172;p2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Roboto Mono"/>
                <a:ea typeface="Roboto Mono"/>
                <a:cs typeface="Roboto Mono"/>
                <a:sym typeface="Roboto Mono"/>
              </a:rPr>
              <a:t>user_registration()</a:t>
            </a:r>
            <a:r>
              <a:rPr lang="en-IN" sz="2400">
                <a:latin typeface="Arial"/>
                <a:ea typeface="Arial"/>
                <a:cs typeface="Arial"/>
                <a:sym typeface="Arial"/>
              </a:rPr>
              <a:t> → creates new user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Roboto Mono"/>
                <a:ea typeface="Roboto Mono"/>
                <a:cs typeface="Roboto Mono"/>
                <a:sym typeface="Roboto Mono"/>
              </a:rPr>
              <a:t>login()</a:t>
            </a:r>
            <a:r>
              <a:rPr lang="en-IN" sz="2400">
                <a:latin typeface="Arial"/>
                <a:ea typeface="Arial"/>
                <a:cs typeface="Arial"/>
                <a:sym typeface="Arial"/>
              </a:rPr>
              <a:t> → verifies credentials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Roboto Mono"/>
                <a:ea typeface="Roboto Mono"/>
                <a:cs typeface="Roboto Mono"/>
                <a:sym typeface="Roboto Mono"/>
              </a:rPr>
              <a:t>changePassword()</a:t>
            </a:r>
            <a:r>
              <a:rPr lang="en-IN" sz="2400">
                <a:latin typeface="Arial"/>
                <a:ea typeface="Arial"/>
                <a:cs typeface="Arial"/>
                <a:sym typeface="Arial"/>
              </a:rPr>
              <a:t> → validates strength + OTP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Roboto Mono"/>
                <a:ea typeface="Roboto Mono"/>
                <a:cs typeface="Roboto Mono"/>
                <a:sym typeface="Roboto Mono"/>
              </a:rPr>
              <a:t>setName(), setEmail(), setAddress(), setPhoneNumber(), </a:t>
            </a:r>
            <a:r>
              <a:rPr lang="en-IN" sz="2400">
                <a:latin typeface="Arial"/>
                <a:ea typeface="Arial"/>
                <a:cs typeface="Arial"/>
                <a:sym typeface="Arial"/>
              </a:rPr>
              <a:t>setUsername(),                                setCourseEnrolled() → updates fields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Roboto Mono"/>
                <a:ea typeface="Roboto Mono"/>
                <a:cs typeface="Roboto Mono"/>
                <a:sym typeface="Roboto Mono"/>
              </a:rPr>
              <a:t>show_details()</a:t>
            </a:r>
            <a:r>
              <a:rPr lang="en-IN" sz="2400">
                <a:latin typeface="Arial"/>
                <a:ea typeface="Arial"/>
                <a:cs typeface="Arial"/>
                <a:sym typeface="Arial"/>
              </a:rPr>
              <a:t> → displays profile in table format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b="1">
                <a:latin typeface="Arial"/>
                <a:ea typeface="Arial"/>
                <a:cs typeface="Arial"/>
                <a:sym typeface="Arial"/>
              </a:rPr>
              <a:t>New User Registration: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User provides name and username.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A default will be generated specifically `Inno@username2026`.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User is created in dataset.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5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 u="sng">
                <a:solidFill>
                  <a:srgbClr val="FF0000"/>
                </a:solidFill>
              </a:rPr>
              <a:t>User Registration:</a:t>
            </a:r>
            <a:endParaRPr sz="5600" b="1" u="sng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Login of User</a:t>
            </a:r>
            <a:endParaRPr sz="5600" b="1">
              <a:solidFill>
                <a:srgbClr val="FF0000"/>
              </a:solidFill>
            </a:endParaRPr>
          </a:p>
        </p:txBody>
      </p:sp>
      <p:sp>
        <p:nvSpPr>
          <p:cNvPr id="184" name="Google Shape;184;p26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/>
              <a:t>User’s presence is first checked in dataset.</a:t>
            </a:r>
            <a:endParaRPr sz="240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/>
              <a:t>If User is present in dataset, provided username and password are cross checked.</a:t>
            </a:r>
            <a:endParaRPr sz="240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/>
              <a:t>If credentials are matching user logs in successfully.</a:t>
            </a:r>
            <a:endParaRPr sz="240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/>
              <a:t>Further Operations are based on login.</a:t>
            </a: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400" b="1">
                <a:latin typeface="Arial"/>
                <a:ea typeface="Arial"/>
                <a:cs typeface="Arial"/>
                <a:sym typeface="Arial"/>
              </a:rPr>
              <a:t>Password must contain: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At least 1 special character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At Least 1 capital letter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At least 1 number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At least 1 lowercase letter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7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Password Manager	 (Change Password)</a:t>
            </a:r>
            <a:endParaRPr sz="56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>
                <a:latin typeface="Arial"/>
                <a:ea typeface="Arial"/>
                <a:cs typeface="Arial"/>
                <a:sym typeface="Arial"/>
              </a:rPr>
              <a:t>Strength Levels: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Weak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Moderate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Strong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Weak passwords are rejected until valid password is entered.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Password is changed after entering the otp.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Password Manager	</a:t>
            </a:r>
            <a:endParaRPr sz="56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Profile Fields that can be edited: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Roboto Mono"/>
                <a:ea typeface="Roboto Mono"/>
                <a:cs typeface="Roboto Mono"/>
                <a:sym typeface="Roboto Mono"/>
              </a:rPr>
              <a:t>Name, 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Username,      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Password (Not displayed when chosen show details option),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Roboto Mono"/>
                <a:ea typeface="Roboto Mono"/>
                <a:cs typeface="Roboto Mono"/>
                <a:sym typeface="Roboto Mono"/>
              </a:rPr>
              <a:t>Email, 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Roboto Mono"/>
                <a:ea typeface="Roboto Mono"/>
                <a:cs typeface="Roboto Mono"/>
                <a:sym typeface="Roboto Mono"/>
              </a:rPr>
              <a:t>Address, 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Roboto Mono"/>
                <a:ea typeface="Roboto Mono"/>
                <a:cs typeface="Roboto Mono"/>
                <a:sym typeface="Roboto Mono"/>
              </a:rPr>
              <a:t>Phone Number, </a:t>
            </a:r>
            <a:r>
              <a:rPr lang="en-IN" sz="2400">
                <a:latin typeface="Arial"/>
                <a:ea typeface="Arial"/>
                <a:cs typeface="Arial"/>
                <a:sym typeface="Arial"/>
              </a:rPr>
              <a:t>       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Course Enrolled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9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Profile Manager	</a:t>
            </a:r>
            <a:endParaRPr sz="56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Show Details</a:t>
            </a:r>
            <a:endParaRPr sz="5600" b="1">
              <a:solidFill>
                <a:srgbClr val="FF0000"/>
              </a:solidFill>
            </a:endParaRPr>
          </a:p>
        </p:txBody>
      </p:sp>
      <p:sp>
        <p:nvSpPr>
          <p:cNvPr id="208" name="Google Shape;208;p30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Details are password protected. </a:t>
            </a:r>
            <a:endParaRPr sz="2400" b="1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Current User details are shown in </a:t>
            </a:r>
            <a:endParaRPr sz="2400" b="1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b="1"/>
              <a:t>a tabular manner.</a:t>
            </a:r>
            <a:endParaRPr sz="2400" b="1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b="1"/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6475" y="550612"/>
            <a:ext cx="4033875" cy="546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Logout</a:t>
            </a:r>
            <a:endParaRPr sz="5600" b="1">
              <a:solidFill>
                <a:srgbClr val="FF0000"/>
              </a:solidFill>
            </a:endParaRPr>
          </a:p>
        </p:txBody>
      </p:sp>
      <p:sp>
        <p:nvSpPr>
          <p:cNvPr id="215" name="Google Shape;215;p31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/>
              <a:t>After Every operation User can opt to Logout. </a:t>
            </a:r>
            <a:endParaRPr sz="240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/>
              <a:t>Logout would not wipe the user’s data.</a:t>
            </a:r>
            <a:endParaRPr sz="240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/>
              <a:t>User has to login again to opt for any operation.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Future Enhancements:</a:t>
            </a:r>
            <a:endParaRPr sz="5600" b="1">
              <a:solidFill>
                <a:srgbClr val="FF0000"/>
              </a:solidFill>
            </a:endParaRPr>
          </a:p>
        </p:txBody>
      </p:sp>
      <p:sp>
        <p:nvSpPr>
          <p:cNvPr id="221" name="Google Shape;221;p32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>
                <a:latin typeface="Arial"/>
                <a:ea typeface="Arial"/>
                <a:cs typeface="Arial"/>
                <a:sym typeface="Arial"/>
              </a:rPr>
              <a:t>Future Enhancements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Database integration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Password hashing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Email OTP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Profile Progress Percentage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Role-based dashboard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Login attempt restriction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Limitations:</a:t>
            </a:r>
            <a:endParaRPr sz="5600" b="1">
              <a:solidFill>
                <a:srgbClr val="FF0000"/>
              </a:solidFill>
            </a:endParaRPr>
          </a:p>
        </p:txBody>
      </p:sp>
      <p:sp>
        <p:nvSpPr>
          <p:cNvPr id="227" name="Google Shape;227;p33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>
                <a:latin typeface="Arial"/>
                <a:ea typeface="Arial"/>
                <a:cs typeface="Arial"/>
                <a:sym typeface="Arial"/>
              </a:rPr>
              <a:t>Limitations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Console-based only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No database yet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Password stored in plain text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No session persistence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Conclusion</a:t>
            </a:r>
            <a:endParaRPr sz="5600" b="1">
              <a:solidFill>
                <a:srgbClr val="FF0000"/>
              </a:solidFill>
            </a:endParaRPr>
          </a:p>
        </p:txBody>
      </p:sp>
      <p:sp>
        <p:nvSpPr>
          <p:cNvPr id="233" name="Google Shape;233;p3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This project demonstrates how Python OOP can be applied to solve a real user authentication and profile management problem.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It integrates password control, profile tracking, and menu-driven execution in a structured and reusable way.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>
            <a:spLocks noGrp="1"/>
          </p:cNvSpPr>
          <p:nvPr>
            <p:ph type="title"/>
          </p:nvPr>
        </p:nvSpPr>
        <p:spPr>
          <a:xfrm>
            <a:off x="673700" y="1785751"/>
            <a:ext cx="10515600" cy="27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45720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9600" b="1">
                <a:solidFill>
                  <a:srgbClr val="FF0000"/>
                </a:solidFill>
              </a:rPr>
              <a:t>Q&amp;A</a:t>
            </a:r>
            <a:endParaRPr sz="96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6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</Words>
  <Application>Microsoft Office PowerPoint</Application>
  <PresentationFormat>Widescreen</PresentationFormat>
  <Paragraphs>165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Lato Black</vt:lpstr>
      <vt:lpstr>Libre Baskerville</vt:lpstr>
      <vt:lpstr>Calibri</vt:lpstr>
      <vt:lpstr>Roboto Mono</vt:lpstr>
      <vt:lpstr>Arial</vt:lpstr>
      <vt:lpstr>Office Theme</vt:lpstr>
      <vt:lpstr>PowerPoint Presentation</vt:lpstr>
      <vt:lpstr>PowerPoint Presentation</vt:lpstr>
      <vt:lpstr>Agenda  </vt:lpstr>
      <vt:lpstr>Business  problem:</vt:lpstr>
      <vt:lpstr>Problem Statement:</vt:lpstr>
      <vt:lpstr>Objectives:</vt:lpstr>
      <vt:lpstr>Concepts Used:</vt:lpstr>
      <vt:lpstr>Introduction: </vt:lpstr>
      <vt:lpstr>System Architecture:</vt:lpstr>
      <vt:lpstr>Working of Program</vt:lpstr>
      <vt:lpstr>Menu Flow Execution</vt:lpstr>
      <vt:lpstr>Working of Methods</vt:lpstr>
      <vt:lpstr>User Registration:</vt:lpstr>
      <vt:lpstr>Login of User</vt:lpstr>
      <vt:lpstr>Password Manager  (Change Password)</vt:lpstr>
      <vt:lpstr>Password Manager </vt:lpstr>
      <vt:lpstr>Profile Manager </vt:lpstr>
      <vt:lpstr>Show Details</vt:lpstr>
      <vt:lpstr>Logout</vt:lpstr>
      <vt:lpstr>Future Enhancements:</vt:lpstr>
      <vt:lpstr>Limitations:</vt:lpstr>
      <vt:lpstr>Conclusion</vt:lpstr>
      <vt:lpstr>Q&amp;A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Venkata Srikar</dc:creator>
  <cp:lastModifiedBy>Venkata Srikar</cp:lastModifiedBy>
  <cp:revision>1</cp:revision>
  <dcterms:modified xsi:type="dcterms:W3CDTF">2026-07-28T03:31:41Z</dcterms:modified>
</cp:coreProperties>
</file>